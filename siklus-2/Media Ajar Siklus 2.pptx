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23c3ba90-554d-0ee4-f87f-05e8a97578f0}">
          <p14:sldIdLst>
            <p14:sldId id="256"/>
          </p14:sldIdLst>
        </p14:section>
        <p14:section name="Materi" id="{080ddfeb-ada4-1585-55e0-543679bdbf5d}">
          <p14:sldIdLst>
            <p14:sldId id="257"/>
            <p14:sldId id="258"/>
            <p14:sldId id="259"/>
            <p14:sldId id="260"/>
          </p14:sldIdLst>
        </p14:section>
        <p14:section name="Praktik" id="{4ea88450-4967-135a-dc2c-7dba907ec5d3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salam dan doa. Ciptakan suasana hari siaran langsung: tata kelas menjadi studio, siapkan area kamera dan papan skor Newsroom Awards.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pemantik: Apa yang membuat sebuah siaran berita layak didengar? Bagaimana peran di depan dan di belakang layar saling melengkapi?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 bersama satu kalimat contoh dengan tanda jeda sebelum tim membaca naskah masing-masing.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Bagikan Kartu Peran (Lampiran 2). Naskah 4 memiliki dua reporter, sehingga anggota keenam menjadi reporter kedua.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Pantau waktu: lima tim tampil bergiliran, tiap tim sekitar 12 menit termasuk tanggapan produser dan pergantian.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Akhiri dengan Lembar Refleksi Murid (Lampiran 6) dan doa penutup.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9144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SMK Negeri 2 Makassar — Program Siaran Jurnalistik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PERTEMUAN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Breaking News Live!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Praktik Siaran Berita Radio Sekolah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Program Siaran Jurnalistik  |  Broadcasting dan Perfilman  |  Fase F / Kelas XI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SMK Negeri 2 Makassar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Tantangan Hari Ini</a:t>
            </a:r>
            <a:endParaRPr lang="en-US" sz="2600" dirty="0"/>
          </a:p>
        </p:txBody>
      </p:sp>
      <p:sp>
        <p:nvSpPr>
          <p:cNvPr id="3" name="kartu-tantangan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Setiap tim redaksi membawakan satu siaran berita radio berdurasi 5–7 menit, seolah-olah disiarkan langsung dari studio radio sekolah, sementara momen latihan dan siaran direkam dalam bentuk video.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Setelah pembelajaran ini, kamu mampu: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Menjelaskan struktur siaran berita radio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Menyampaikan naskah dengan bahasa siaran dan tanda jeda yang tepat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Menjalankan salah satu dari lima peran dengan benar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Merekam, mengamati, dan memberi tanggapan yang membangun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 Siaran dan Tanda Jeda</a:t>
            </a:r>
            <a:endParaRPr lang="en-US" sz="2600" dirty="0"/>
          </a:p>
        </p:txBody>
      </p:sp>
      <p:sp>
        <p:nvSpPr>
          <p:cNvPr id="3" name="alur-1"/>
          <p:cNvSpPr/>
          <p:nvPr/>
        </p:nvSpPr>
        <p:spPr>
          <a:xfrm>
            <a:off x="457200" y="1097280"/>
            <a:ext cx="1280160" cy="822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Jingle pembuka</a:t>
            </a:r>
            <a:endParaRPr lang="en-US" sz="1300" dirty="0"/>
          </a:p>
        </p:txBody>
      </p:sp>
      <p:sp>
        <p:nvSpPr>
          <p:cNvPr id="5" name="alur-2"/>
          <p:cNvSpPr/>
          <p:nvPr/>
        </p:nvSpPr>
        <p:spPr>
          <a:xfrm>
            <a:off x="1828800" y="1097280"/>
            <a:ext cx="1280160" cy="822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Opening</a:t>
            </a:r>
            <a:endParaRPr lang="en-US" sz="1300" dirty="0"/>
          </a:p>
        </p:txBody>
      </p:sp>
      <p:sp>
        <p:nvSpPr>
          <p:cNvPr id="7" name="alur-3"/>
          <p:cNvSpPr/>
          <p:nvPr/>
        </p:nvSpPr>
        <p:spPr>
          <a:xfrm>
            <a:off x="3200400" y="1097280"/>
            <a:ext cx="1280160" cy="822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Berita utama</a:t>
            </a:r>
            <a:endParaRPr lang="en-US" sz="1300" dirty="0"/>
          </a:p>
        </p:txBody>
      </p:sp>
      <p:sp>
        <p:nvSpPr>
          <p:cNvPr id="9" name="alur-4"/>
          <p:cNvSpPr/>
          <p:nvPr/>
        </p:nvSpPr>
        <p:spPr>
          <a:xfrm>
            <a:off x="4572000" y="1097280"/>
            <a:ext cx="1280160" cy="822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Wawancara</a:t>
            </a:r>
            <a:endParaRPr lang="en-US" sz="1300" dirty="0"/>
          </a:p>
        </p:txBody>
      </p:sp>
      <p:sp>
        <p:nvSpPr>
          <p:cNvPr id="11" name="alur-5"/>
          <p:cNvSpPr/>
          <p:nvPr/>
        </p:nvSpPr>
        <p:spPr>
          <a:xfrm>
            <a:off x="5943600" y="1097280"/>
            <a:ext cx="1280160" cy="822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Closing</a:t>
            </a:r>
            <a:endParaRPr lang="en-US" sz="1300" dirty="0"/>
          </a:p>
        </p:txBody>
      </p:sp>
      <p:sp>
        <p:nvSpPr>
          <p:cNvPr id="13" name="alur-6"/>
          <p:cNvSpPr/>
          <p:nvPr/>
        </p:nvSpPr>
        <p:spPr>
          <a:xfrm>
            <a:off x="7315200" y="1097280"/>
            <a:ext cx="1280160" cy="822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0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Jingle penutup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Opening dan closing dibaca penyiar; berita utama = pengantar penyiar + laporan reporter; wawancara = penyiar dan narasumber.</a:t>
            </a:r>
            <a:endParaRPr lang="en-US" sz="1400" dirty="0"/>
          </a:p>
        </p:txBody>
      </p:sp>
      <p:sp>
        <p:nvSpPr>
          <p:cNvPr id="16" name="kartu-jeda"/>
          <p:cNvSpPr/>
          <p:nvPr/>
        </p:nvSpPr>
        <p:spPr>
          <a:xfrm>
            <a:off x="457200" y="2743200"/>
            <a:ext cx="402336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8346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Tanda jeda pada naskah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/   jeda pendek (pengganti koma)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//   jeda panjang, nada turun (pengganti titik)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[nama penyiar]   ganti dengan nama penyiar</a:t>
            </a:r>
            <a:endParaRPr lang="en-US" sz="1400" dirty="0"/>
          </a:p>
        </p:txBody>
      </p:sp>
      <p:sp>
        <p:nvSpPr>
          <p:cNvPr id="18" name="kartu-contoh"/>
          <p:cNvSpPr/>
          <p:nvPr/>
        </p:nvSpPr>
        <p:spPr>
          <a:xfrm>
            <a:off x="4663440" y="2743200"/>
            <a:ext cx="402336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28346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Contoh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“Kantin sekolah menjadi tempat yang paling ramai / saat jam istirahat //”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Angka ditulis dengan huruf: “pukul delapan”, bukan 08.00.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Lima Peran Tim Redaksi</a:t>
            </a:r>
            <a:endParaRPr lang="en-US" sz="2600" dirty="0"/>
          </a:p>
        </p:txBody>
      </p:sp>
      <p:sp>
        <p:nvSpPr>
          <p:cNvPr id="3" name="peran-judul-1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Penyiar</a:t>
            </a:r>
            <a:endParaRPr lang="en-US" sz="1400" dirty="0"/>
          </a:p>
        </p:txBody>
      </p:sp>
      <p:sp>
        <p:nvSpPr>
          <p:cNvPr id="5" name="peran-isi-1"/>
          <p:cNvSpPr/>
          <p:nvPr/>
        </p:nvSpPr>
        <p:spPr>
          <a:xfrm>
            <a:off x="457200" y="1828800"/>
            <a:ext cx="155448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Membaca opening, pengantar, pertanyaan wawancara, dan closing</a:t>
            </a:r>
            <a:endParaRPr lang="en-US" sz="1300" dirty="0"/>
          </a:p>
        </p:txBody>
      </p:sp>
      <p:sp>
        <p:nvSpPr>
          <p:cNvPr id="7" name="peran-judul-2"/>
          <p:cNvSpPr/>
          <p:nvPr/>
        </p:nvSpPr>
        <p:spPr>
          <a:xfrm>
            <a:off x="2103120" y="1097280"/>
            <a:ext cx="1554480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Reporter</a:t>
            </a:r>
            <a:endParaRPr lang="en-US" sz="1400" dirty="0"/>
          </a:p>
        </p:txBody>
      </p:sp>
      <p:sp>
        <p:nvSpPr>
          <p:cNvPr id="9" name="peran-isi-2"/>
          <p:cNvSpPr/>
          <p:nvPr/>
        </p:nvSpPr>
        <p:spPr>
          <a:xfrm>
            <a:off x="2103120" y="1828800"/>
            <a:ext cx="155448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19202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Melapor berdasarkan pengamatan dengan catatan 5W+1H</a:t>
            </a:r>
            <a:endParaRPr lang="en-US" sz="1300" dirty="0"/>
          </a:p>
        </p:txBody>
      </p:sp>
      <p:sp>
        <p:nvSpPr>
          <p:cNvPr id="11" name="peran-judul-3"/>
          <p:cNvSpPr/>
          <p:nvPr/>
        </p:nvSpPr>
        <p:spPr>
          <a:xfrm>
            <a:off x="3749040" y="1097280"/>
            <a:ext cx="1554480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Narasumber</a:t>
            </a:r>
            <a:endParaRPr lang="en-US" sz="1400" dirty="0"/>
          </a:p>
        </p:txBody>
      </p:sp>
      <p:sp>
        <p:nvSpPr>
          <p:cNvPr id="13" name="peran-isi-3"/>
          <p:cNvSpPr/>
          <p:nvPr/>
        </p:nvSpPr>
        <p:spPr>
          <a:xfrm>
            <a:off x="3749040" y="1828800"/>
            <a:ext cx="155448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19202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Menjawab sesuai fakta dalam format siaran</a:t>
            </a:r>
            <a:endParaRPr lang="en-US" sz="1300" dirty="0"/>
          </a:p>
        </p:txBody>
      </p:sp>
      <p:sp>
        <p:nvSpPr>
          <p:cNvPr id="15" name="peran-judul-4"/>
          <p:cNvSpPr/>
          <p:nvPr/>
        </p:nvSpPr>
        <p:spPr>
          <a:xfrm>
            <a:off x="5394960" y="1097280"/>
            <a:ext cx="1554480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Kameramen</a:t>
            </a:r>
            <a:endParaRPr lang="en-US" sz="1400" dirty="0"/>
          </a:p>
        </p:txBody>
      </p:sp>
      <p:sp>
        <p:nvSpPr>
          <p:cNvPr id="17" name="peran-isi-4"/>
          <p:cNvSpPr/>
          <p:nvPr/>
        </p:nvSpPr>
        <p:spPr>
          <a:xfrm>
            <a:off x="5394960" y="1828800"/>
            <a:ext cx="155448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19202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Merekam video momen latihan dan siaran, stabil dan tidak mengganggu</a:t>
            </a:r>
            <a:endParaRPr lang="en-US" sz="1300" dirty="0"/>
          </a:p>
        </p:txBody>
      </p:sp>
      <p:sp>
        <p:nvSpPr>
          <p:cNvPr id="19" name="peran-judul-5"/>
          <p:cNvSpPr/>
          <p:nvPr/>
        </p:nvSpPr>
        <p:spPr>
          <a:xfrm>
            <a:off x="7040880" y="1097280"/>
            <a:ext cx="1554480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Produser dan Penulis Naskah</a:t>
            </a:r>
            <a:endParaRPr lang="en-US" sz="1400" dirty="0"/>
          </a:p>
        </p:txBody>
      </p:sp>
      <p:sp>
        <p:nvSpPr>
          <p:cNvPr id="21" name="peran-isi-5"/>
          <p:cNvSpPr/>
          <p:nvPr/>
        </p:nvSpPr>
        <p:spPr>
          <a:xfrm>
            <a:off x="7040880" y="1828800"/>
            <a:ext cx="155448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19202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Mengatur alur dan waktu, mengamati hasil siaran, memberi tanggapan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Satu tim = satu naskah. Satu peran yang lemah akan terasa pada seluruh siaran.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Bahasa Siaran, Fakta, dan Etika</a:t>
            </a:r>
            <a:endParaRPr lang="en-US" sz="2600" dirty="0"/>
          </a:p>
        </p:txBody>
      </p:sp>
      <p:sp>
        <p:nvSpPr>
          <p:cNvPr id="3" name="judul-bahasa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Sebelum  →  Sesudah</a:t>
            </a:r>
            <a:endParaRPr lang="en-US" sz="1400" dirty="0"/>
          </a:p>
        </p:txBody>
      </p:sp>
      <p:sp>
        <p:nvSpPr>
          <p:cNvPr id="5" name="isi-bahasa"/>
          <p:cNvSpPr/>
          <p:nvPr/>
        </p:nvSpPr>
        <p:spPr>
          <a:xfrm>
            <a:off x="457200" y="1554480"/>
            <a:ext cx="40233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“Pada Senin, pukul 08.00, di kantin yang dipadati siswa yang beristirahat, penjual menyediakan beragam jajanan.”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↓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“Saya berada di kantin sekolah / pada Senin / sekitar pukul delapan // Penjual menyediakan beragam jajanan //”</a:t>
            </a:r>
            <a:endParaRPr lang="en-US" sz="1400" dirty="0"/>
          </a:p>
        </p:txBody>
      </p:sp>
      <p:sp>
        <p:nvSpPr>
          <p:cNvPr id="7" name="judul-etika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Fakta dan etika</a:t>
            </a:r>
            <a:endParaRPr lang="en-US" sz="1400" dirty="0"/>
          </a:p>
        </p:txBody>
      </p:sp>
      <p:sp>
        <p:nvSpPr>
          <p:cNvPr id="9" name="isi-etika"/>
          <p:cNvSpPr/>
          <p:nvPr/>
        </p:nvSpPr>
        <p:spPr>
          <a:xfrm>
            <a:off x="4663440" y="1554480"/>
            <a:ext cx="40233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Akurat: sesuai hasil pengamatan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Berimbang: laporan dilengkapi suara narasumber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Klarifikasi bila jawaban berbeda dengan laporan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Sopan, dan mohon maaf bila ada kekeliruan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Minta izin sebelum merekam dan mempublikasikan video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Alur Kegiatan (6 JP, 270 menit)</a:t>
            </a:r>
            <a:endParaRPr lang="en-US" sz="2600" dirty="0"/>
          </a:p>
        </p:txBody>
      </p:sp>
      <p:sp>
        <p:nvSpPr>
          <p:cNvPr id="3" name="tahap-1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ahap-aksen-1"/>
          <p:cNvSpPr/>
          <p:nvPr/>
        </p:nvSpPr>
        <p:spPr>
          <a:xfrm>
            <a:off x="457200" y="1097280"/>
            <a:ext cx="73152" cy="1554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Awal  —  ± 20 mnt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Salam, tantangan proyek, tujuan</a:t>
            </a:r>
            <a:endParaRPr lang="en-US" sz="1300" dirty="0"/>
          </a:p>
        </p:txBody>
      </p:sp>
      <p:sp>
        <p:nvSpPr>
          <p:cNvPr id="7" name="tahap-2"/>
          <p:cNvSpPr/>
          <p:nvPr/>
        </p:nvSpPr>
        <p:spPr>
          <a:xfrm>
            <a:off x="3246120" y="10972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ahap-aksen-2"/>
          <p:cNvSpPr/>
          <p:nvPr/>
        </p:nvSpPr>
        <p:spPr>
          <a:xfrm>
            <a:off x="3246120" y="1097280"/>
            <a:ext cx="73152" cy="1554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07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Perencanaan  —  ± 40 mnt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45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Bagi peran, table read, 5W+1H, rundown</a:t>
            </a:r>
            <a:endParaRPr lang="en-US" sz="1300" dirty="0"/>
          </a:p>
        </p:txBody>
      </p:sp>
      <p:sp>
        <p:nvSpPr>
          <p:cNvPr id="11" name="tahap-3"/>
          <p:cNvSpPr/>
          <p:nvPr/>
        </p:nvSpPr>
        <p:spPr>
          <a:xfrm>
            <a:off x="6035040" y="10972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ahap-aksen-3"/>
          <p:cNvSpPr/>
          <p:nvPr/>
        </p:nvSpPr>
        <p:spPr>
          <a:xfrm>
            <a:off x="6035040" y="1097280"/>
            <a:ext cx="73152" cy="1554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207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Latihan  —  ± 70 mnt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645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Latihan bertahap, kameramen merekam, tanggapan</a:t>
            </a:r>
            <a:endParaRPr lang="en-US" sz="1300" dirty="0"/>
          </a:p>
        </p:txBody>
      </p:sp>
      <p:sp>
        <p:nvSpPr>
          <p:cNvPr id="15" name="tahap-4"/>
          <p:cNvSpPr/>
          <p:nvPr/>
        </p:nvSpPr>
        <p:spPr>
          <a:xfrm>
            <a:off x="457200" y="27889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ahap-aksen-4"/>
          <p:cNvSpPr/>
          <p:nvPr/>
        </p:nvSpPr>
        <p:spPr>
          <a:xfrm>
            <a:off x="457200" y="2788920"/>
            <a:ext cx="73152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898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Tampil  —  ± 70 mnt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337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Breaking News Live! 5–7 menit per tim</a:t>
            </a:r>
            <a:endParaRPr lang="en-US" sz="1300" dirty="0"/>
          </a:p>
        </p:txBody>
      </p:sp>
      <p:sp>
        <p:nvSpPr>
          <p:cNvPr id="19" name="tahap-5"/>
          <p:cNvSpPr/>
          <p:nvPr/>
        </p:nvSpPr>
        <p:spPr>
          <a:xfrm>
            <a:off x="3246120" y="27889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ahap-aksen-5"/>
          <p:cNvSpPr/>
          <p:nvPr/>
        </p:nvSpPr>
        <p:spPr>
          <a:xfrm>
            <a:off x="3246120" y="2788920"/>
            <a:ext cx="73152" cy="1554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2898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Evaluasi  —  ± 30 mnt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337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Tonton rekaman, Newsroom Awards, refleksi</a:t>
            </a:r>
            <a:endParaRPr lang="en-US" sz="1300" dirty="0"/>
          </a:p>
        </p:txBody>
      </p:sp>
      <p:sp>
        <p:nvSpPr>
          <p:cNvPr id="23" name="tahap-6"/>
          <p:cNvSpPr/>
          <p:nvPr/>
        </p:nvSpPr>
        <p:spPr>
          <a:xfrm>
            <a:off x="6035040" y="27889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ahap-aksen-6"/>
          <p:cNvSpPr/>
          <p:nvPr/>
        </p:nvSpPr>
        <p:spPr>
          <a:xfrm>
            <a:off x="6035040" y="2788920"/>
            <a:ext cx="73152" cy="1554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2898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Penutup  —  ± 40 mnt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337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Penguatan, apresiasi, tindak lanjut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Penilaian dan Newsroom Awards</a:t>
            </a:r>
            <a:endParaRPr lang="en-US" sz="2600" dirty="0"/>
          </a:p>
        </p:txBody>
      </p:sp>
      <p:sp>
        <p:nvSpPr>
          <p:cNvPr id="3" name="kartu-nilai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Yang dinilai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Rubrik tim: informasi, alur, penyampaian, wawancara, video, waktu, tanggapan, kreativitas, kerja sama, refleksi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Rubrik peran: tiga aspek untuk setiap peran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Penilaian antar-tim dan observasi guru</a:t>
            </a:r>
            <a:endParaRPr lang="en-US" sz="1400" dirty="0"/>
          </a:p>
        </p:txBody>
      </p:sp>
      <p:sp>
        <p:nvSpPr>
          <p:cNvPr id="5" name="kartu-award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Newsroom Awards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Best News Anchor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Best Reporter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Best Narasumber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Best Cameraman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Best Producer &amp; Script Feedback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Best Teamwork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Best Overall News Program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 Siaran">
  <a:themeElements>
    <a:clrScheme name="Modul Siaran">
      <a:dk1>
        <a:srgbClr val="222222"/>
      </a:dk1>
      <a:lt1>
        <a:srgbClr val="FFFFFF"/>
      </a:lt1>
      <a:dk2>
        <a:srgbClr val="1F3864"/>
      </a:dk2>
      <a:lt2>
        <a:srgbClr val="FDF2E3"/>
      </a:lt2>
      <a:accent1>
        <a:srgbClr val="BF9000"/>
      </a:accent1>
      <a:accent2>
        <a:srgbClr val="1F3864"/>
      </a:accent2>
      <a:accent3>
        <a:srgbClr val="FBE8D3"/>
      </a:accent3>
      <a:accent4>
        <a:srgbClr val="5B7DB1"/>
      </a:accent4>
      <a:accent5>
        <a:srgbClr val="7F7F7F"/>
      </a:accent5>
      <a:accent6>
        <a:srgbClr val="2E7D5B"/>
      </a:accent6>
      <a:hlink>
        <a:srgbClr val="1F3864"/>
      </a:hlink>
      <a:folHlink>
        <a:srgbClr val="7F7F7F"/>
      </a:folHlink>
    </a:clrScheme>
    <a:fontScheme name="Modul Siara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Breaking News Live! Pertemuan 4</dc:title>
  <dc:subject>PptxGenJS Presentation</dc:subject>
  <dc:creator>SMK Negeri 2 Makassar</dc:creator>
  <cp:lastModifiedBy>SMK Negeri 2 Makassar</cp:lastModifiedBy>
  <cp:revision>1</cp:revision>
  <dcterms:created xsi:type="dcterms:W3CDTF">2026-10-06T22:50:24Z</dcterms:created>
  <dcterms:modified xsi:type="dcterms:W3CDTF">2026-10-06T22:50:24Z</dcterms:modified>
</cp:coreProperties>
</file>